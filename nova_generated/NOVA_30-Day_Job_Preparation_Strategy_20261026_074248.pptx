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NOVA 30-Day Job Preparation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NOVA AI Preparation Resource</a:t>
            </a:r>
          </a:p>
          <a:p>
            <a:r>
              <a:t>26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Prepare for entry-level software developer roles through Python, SQL, DSA, projects, and mock interviews.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Days 1-3: Revise Python basics.</a:t>
            </a:r>
          </a:p>
          <a:p>
            <a:pPr>
              <a:defRPr sz="2000"/>
            </a:pPr>
            <a:r>
              <a:t>Days 4-5: Practice SQL queries.</a:t>
            </a:r>
          </a:p>
          <a:p>
            <a:pPr>
              <a:defRPr sz="2000"/>
            </a:pPr>
            <a:r>
              <a:t>Days 6-7: Solve beginner coding problems.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Practice arrays, strings, dictionaries, and basic data structures.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Projects and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Revise your projects, practice explaining your code, and complete mock interviews.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4: Applications and 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Improve your resume, apply to suitable jobs, revise weak topics, and practice interviews daily.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 /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914400">
                <a:tc>
                  <a:txBody>
                    <a:bodyPr/>
                    <a:lstStyle/>
                    <a:p>
                      <a: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 and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Revise fundamentals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Solve practice problems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Prepare project explanations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Apply and practise interviews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Weekly Study Targets</a:t>
            </a:r>
          </a:p>
        </p:txBody>
      </p:sp>
      <p:pic>
        <p:nvPicPr>
          <p:cNvPr id="3" name="Picture 2" descr="Illustrative_Weekly_Study_Targets_20261026_074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058400" cy="5299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